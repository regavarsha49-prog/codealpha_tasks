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38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0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46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91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4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7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6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2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42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2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81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1994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63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23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40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2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29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47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2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9494"/>
            <a:ext cx="7772400" cy="1470025"/>
          </a:xfrm>
        </p:spPr>
        <p:txBody>
          <a:bodyPr/>
          <a:lstStyle/>
          <a:p>
            <a:r>
              <a:rPr b="1" i="1" spc="600" dirty="0"/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9185" y="3072039"/>
            <a:ext cx="5845629" cy="713921"/>
          </a:xfrm>
        </p:spPr>
        <p:txBody>
          <a:bodyPr/>
          <a:lstStyle/>
          <a:p>
            <a:r>
              <a:rPr spc="300" dirty="0">
                <a:solidFill>
                  <a:srgbClr val="002060"/>
                </a:solidFill>
              </a:rPr>
              <a:t>Cyber Security Mini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6A2D3-391B-0C76-C3A9-179C139BAD16}"/>
              </a:ext>
            </a:extLst>
          </p:cNvPr>
          <p:cNvSpPr txBox="1"/>
          <p:nvPr/>
        </p:nvSpPr>
        <p:spPr>
          <a:xfrm>
            <a:off x="1567543" y="4191000"/>
            <a:ext cx="6411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1" spc="300" dirty="0"/>
              <a:t>REGAVARSHA S</a:t>
            </a:r>
          </a:p>
          <a:p>
            <a:pPr algn="r"/>
            <a:r>
              <a:rPr lang="en-US" i="1" spc="300" dirty="0"/>
              <a:t>CSE Dept</a:t>
            </a:r>
          </a:p>
          <a:p>
            <a:pPr algn="r"/>
            <a:r>
              <a:rPr lang="en-US" i="1" spc="300" dirty="0"/>
              <a:t>IFET College of Engineering</a:t>
            </a:r>
            <a:endParaRPr lang="en-IN" i="1" spc="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2581"/>
            <a:ext cx="8229600" cy="1143000"/>
          </a:xfrm>
        </p:spPr>
        <p:txBody>
          <a:bodyPr/>
          <a:lstStyle/>
          <a:p>
            <a:r>
              <a:rPr lang="en-IN" spc="300" dirty="0">
                <a:solidFill>
                  <a:srgbClr val="C00000"/>
                </a:solidFill>
              </a:rP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3887" y="2514598"/>
            <a:ext cx="7086600" cy="23404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rgbClr val="0070C0"/>
                </a:solidFill>
              </a:rPr>
              <a:t> </a:t>
            </a:r>
            <a:r>
              <a:rPr spc="-150" dirty="0">
                <a:solidFill>
                  <a:srgbClr val="0070C0"/>
                </a:solidFill>
              </a:rPr>
              <a:t>Phishing is a cyber attack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pc="-150" dirty="0">
                <a:solidFill>
                  <a:srgbClr val="0070C0"/>
                </a:solidFill>
              </a:rPr>
              <a:t> It is used to steal personal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pc="-150" dirty="0">
                <a:solidFill>
                  <a:srgbClr val="0070C0"/>
                </a:solidFill>
              </a:rPr>
              <a:t> Attackers use fake emails and websites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pc="-150" dirty="0">
                <a:solidFill>
                  <a:srgbClr val="0070C0"/>
                </a:solidFill>
              </a:rPr>
              <a:t> They try to trick users into giving passwords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57943"/>
            <a:ext cx="8229600" cy="1143000"/>
          </a:xfrm>
        </p:spPr>
        <p:txBody>
          <a:bodyPr/>
          <a:lstStyle/>
          <a:p>
            <a:r>
              <a:rPr lang="en-IN" spc="300" dirty="0">
                <a:solidFill>
                  <a:srgbClr val="7030A0"/>
                </a:solidFill>
              </a:rPr>
              <a:t>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100943"/>
            <a:ext cx="4811486" cy="23404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dirty="0"/>
              <a:t> </a:t>
            </a:r>
            <a:r>
              <a:rPr spc="-150" dirty="0"/>
              <a:t>Email Phishing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pc="-150" dirty="0"/>
              <a:t> SMS Phishing (Smishing)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pc="-150" dirty="0"/>
              <a:t> Voice Phishing (Vishing)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pc="-150" dirty="0"/>
              <a:t> Fake Websites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07395"/>
            <a:ext cx="8229600" cy="1143000"/>
          </a:xfrm>
        </p:spPr>
        <p:txBody>
          <a:bodyPr/>
          <a:lstStyle/>
          <a:p>
            <a:r>
              <a:rPr lang="en-IN" spc="300" dirty="0">
                <a:solidFill>
                  <a:schemeClr val="accent2">
                    <a:lumMod val="50000"/>
                  </a:schemeClr>
                </a:solidFill>
              </a:rPr>
              <a:t>HOW TO IDENTIFY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9058" y="2275114"/>
            <a:ext cx="6139543" cy="30806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Unknown sender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Urgent warning messages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Spelling and grammar mistakes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Strange website links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Asking for OTP or password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08225"/>
            <a:ext cx="8229600" cy="601662"/>
          </a:xfrm>
        </p:spPr>
        <p:txBody>
          <a:bodyPr>
            <a:normAutofit/>
          </a:bodyPr>
          <a:lstStyle/>
          <a:p>
            <a:r>
              <a:rPr lang="en-IN" spc="300" dirty="0">
                <a:solidFill>
                  <a:schemeClr val="accent6">
                    <a:lumMod val="75000"/>
                  </a:schemeClr>
                </a:solidFill>
              </a:rPr>
              <a:t>HOW TO PREVENT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8685" y="2122715"/>
            <a:ext cx="6226629" cy="30262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Do not click on unknown links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Do not share OTP or passwords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Check website URL properly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Use antivirus and firewall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Enable two-factor 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2609"/>
            <a:ext cx="8229600" cy="1143000"/>
          </a:xfrm>
        </p:spPr>
        <p:txBody>
          <a:bodyPr/>
          <a:lstStyle/>
          <a:p>
            <a:r>
              <a:rPr lang="en-IN" spc="3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REAL-LIFE PHISHING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03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You receive a message saying:</a:t>
            </a:r>
          </a:p>
          <a:p>
            <a:endParaRPr dirty="0"/>
          </a:p>
          <a:p>
            <a:pPr>
              <a:buFont typeface="Wingdings" panose="05000000000000000000" pitchFamily="2" charset="2"/>
              <a:buChar char="q"/>
            </a:pP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i="1" dirty="0">
                <a:solidFill>
                  <a:schemeClr val="accent4">
                    <a:lumMod val="75000"/>
                  </a:schemeClr>
                </a:solidFill>
              </a:rPr>
              <a:t>"Your bank account will be blocked</a:t>
            </a: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"</a:t>
            </a:r>
            <a:endParaRPr i="1" dirty="0">
              <a:solidFill>
                <a:schemeClr val="accent4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 “</a:t>
            </a:r>
            <a:r>
              <a:rPr i="1" dirty="0">
                <a:solidFill>
                  <a:schemeClr val="accent4">
                    <a:lumMod val="75000"/>
                  </a:schemeClr>
                </a:solidFill>
              </a:rPr>
              <a:t>Click here to verify your account"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     </a:t>
            </a:r>
            <a:r>
              <a:rPr dirty="0"/>
              <a:t>Th</a:t>
            </a:r>
            <a:r>
              <a:rPr lang="en-US" dirty="0"/>
              <a:t>ese</a:t>
            </a:r>
            <a:r>
              <a:rPr dirty="0"/>
              <a:t> </a:t>
            </a:r>
            <a:r>
              <a:rPr lang="en-US" dirty="0"/>
              <a:t>are all</a:t>
            </a:r>
            <a:r>
              <a:rPr dirty="0"/>
              <a:t> fake phishing message</a:t>
            </a:r>
            <a:r>
              <a:rPr lang="en-US" dirty="0"/>
              <a:t>s</a:t>
            </a:r>
            <a:r>
              <a:rPr dirty="0"/>
              <a:t> used to steal login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/>
          <a:lstStyle/>
          <a:p>
            <a:r>
              <a:rPr lang="en-IN" spc="300" dirty="0"/>
              <a:t>PHISHING AWARENESS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371" y="2198916"/>
            <a:ext cx="8055429" cy="283028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sz="3000" dirty="0"/>
              <a:t>Should you click unknown links? (</a:t>
            </a:r>
            <a:r>
              <a:rPr sz="3000" dirty="0">
                <a:solidFill>
                  <a:srgbClr val="00B050"/>
                </a:solidFill>
              </a:rPr>
              <a:t>Yes</a:t>
            </a:r>
            <a:r>
              <a:rPr sz="3000" dirty="0"/>
              <a:t> / </a:t>
            </a:r>
            <a:r>
              <a:rPr sz="3000" dirty="0">
                <a:solidFill>
                  <a:srgbClr val="FF0000"/>
                </a:solidFill>
              </a:rPr>
              <a:t>No</a:t>
            </a:r>
            <a:r>
              <a:rPr sz="3000" dirty="0"/>
              <a:t>)</a:t>
            </a:r>
          </a:p>
          <a:p>
            <a:pPr marL="514350" indent="-514350">
              <a:buFont typeface="+mj-lt"/>
              <a:buAutoNum type="arabicParenR"/>
            </a:pPr>
            <a:r>
              <a:rPr sz="3000" dirty="0"/>
              <a:t>Is it safe to share OTP? (</a:t>
            </a:r>
            <a:r>
              <a:rPr sz="3000" dirty="0">
                <a:solidFill>
                  <a:srgbClr val="00B050"/>
                </a:solidFill>
              </a:rPr>
              <a:t>Yes</a:t>
            </a:r>
            <a:r>
              <a:rPr sz="3000" dirty="0"/>
              <a:t> / </a:t>
            </a:r>
            <a:r>
              <a:rPr sz="3000" dirty="0">
                <a:solidFill>
                  <a:srgbClr val="FF0000"/>
                </a:solidFill>
              </a:rPr>
              <a:t>No</a:t>
            </a:r>
            <a:r>
              <a:rPr sz="3000" dirty="0"/>
              <a:t>)</a:t>
            </a:r>
          </a:p>
          <a:p>
            <a:pPr marL="514350" indent="-514350">
              <a:buFont typeface="+mj-lt"/>
              <a:buAutoNum type="arabicParenR"/>
            </a:pPr>
            <a:r>
              <a:rPr sz="3000" dirty="0"/>
              <a:t>Are all emails from banks real? (</a:t>
            </a:r>
            <a:r>
              <a:rPr sz="3000" dirty="0">
                <a:solidFill>
                  <a:srgbClr val="00B050"/>
                </a:solidFill>
              </a:rPr>
              <a:t>Yes</a:t>
            </a:r>
            <a:r>
              <a:rPr sz="3000" dirty="0"/>
              <a:t> / </a:t>
            </a:r>
            <a:r>
              <a:rPr sz="3000" dirty="0">
                <a:solidFill>
                  <a:srgbClr val="FF0000"/>
                </a:solidFill>
              </a:rPr>
              <a:t>No</a:t>
            </a:r>
            <a:r>
              <a:rPr sz="3000" dirty="0"/>
              <a:t>)</a:t>
            </a:r>
          </a:p>
          <a:p>
            <a:pPr marL="514350" indent="-514350">
              <a:buFont typeface="+mj-lt"/>
              <a:buAutoNum type="arabicParenR"/>
            </a:pPr>
            <a:r>
              <a:rPr sz="3000" dirty="0"/>
              <a:t>Is spelling mistake a sign of phishing? (</a:t>
            </a:r>
            <a:r>
              <a:rPr sz="3000" dirty="0">
                <a:solidFill>
                  <a:srgbClr val="00B050"/>
                </a:solidFill>
              </a:rPr>
              <a:t>Yes</a:t>
            </a:r>
            <a:r>
              <a:rPr sz="3000" dirty="0"/>
              <a:t> / </a:t>
            </a:r>
            <a:r>
              <a:rPr sz="3000" dirty="0">
                <a:solidFill>
                  <a:srgbClr val="FF0000"/>
                </a:solidFill>
              </a:rPr>
              <a:t>No</a:t>
            </a:r>
            <a:r>
              <a:rPr sz="3000" dirty="0"/>
              <a:t>)</a:t>
            </a:r>
          </a:p>
          <a:p>
            <a:pPr marL="514350" indent="-514350">
              <a:buFont typeface="+mj-lt"/>
              <a:buAutoNum type="arabicParenR"/>
            </a:pPr>
            <a:r>
              <a:rPr sz="3000" dirty="0"/>
              <a:t>Should you trust urgent warning emails? (</a:t>
            </a:r>
            <a:r>
              <a:rPr sz="3000" dirty="0">
                <a:solidFill>
                  <a:srgbClr val="00B050"/>
                </a:solidFill>
              </a:rPr>
              <a:t>Yes</a:t>
            </a:r>
            <a:r>
              <a:rPr sz="3000" dirty="0"/>
              <a:t> /</a:t>
            </a:r>
            <a:r>
              <a:rPr lang="en-US" sz="3000" dirty="0"/>
              <a:t> </a:t>
            </a:r>
            <a:r>
              <a:rPr sz="3000" dirty="0">
                <a:solidFill>
                  <a:srgbClr val="FF0000"/>
                </a:solidFill>
              </a:rPr>
              <a:t>No</a:t>
            </a:r>
            <a:r>
              <a:rPr sz="3000" dirty="0"/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28</TotalTime>
  <Words>235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Tw Cen MT</vt:lpstr>
      <vt:lpstr>Wingdings</vt:lpstr>
      <vt:lpstr>Droplet</vt:lpstr>
      <vt:lpstr>PHISHING AWARENESS TRAINING</vt:lpstr>
      <vt:lpstr>WHAT IS PHISHING?</vt:lpstr>
      <vt:lpstr>TYPES OF PHISHING</vt:lpstr>
      <vt:lpstr>HOW TO IDENTIFY PHISHING?</vt:lpstr>
      <vt:lpstr>HOW TO PREVENT PHISHING?</vt:lpstr>
      <vt:lpstr>REAL-LIFE PHISHING EXAMPLE</vt:lpstr>
      <vt:lpstr>PHISHING AWARENESS QUIZ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rega varsha</cp:lastModifiedBy>
  <cp:revision>2</cp:revision>
  <dcterms:created xsi:type="dcterms:W3CDTF">2013-01-27T09:14:16Z</dcterms:created>
  <dcterms:modified xsi:type="dcterms:W3CDTF">2025-12-08T14:57:20Z</dcterms:modified>
  <cp:category/>
</cp:coreProperties>
</file>